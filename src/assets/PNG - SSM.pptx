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4"/>
  </p:sldMasterIdLst>
  <p:notesMasterIdLst>
    <p:notesMasterId r:id="rId8"/>
  </p:notesMasterIdLst>
  <p:handoutMasterIdLst>
    <p:handoutMasterId r:id="rId9"/>
  </p:handoutMasterIdLst>
  <p:sldIdLst>
    <p:sldId id="286" r:id="rId5"/>
    <p:sldId id="287" r:id="rId6"/>
    <p:sldId id="288" r:id="rId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728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781D"/>
    <a:srgbClr val="2A95D2"/>
    <a:srgbClr val="6DC4EB"/>
    <a:srgbClr val="1C1D4C"/>
    <a:srgbClr val="EC1F27"/>
    <a:srgbClr val="B093C6"/>
    <a:srgbClr val="3E0F54"/>
    <a:srgbClr val="4C1959"/>
    <a:srgbClr val="313650"/>
    <a:srgbClr val="3036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6729652-1190-414C-BCE0-9089C31DCB0A}" v="21" dt="2026-07-14T06:12:59.094"/>
  </p1510:revLst>
</p1510:revInfo>
</file>

<file path=ppt/tableStyles.xml><?xml version="1.0" encoding="utf-8"?>
<a:tblStyleLst xmlns:a="http://schemas.openxmlformats.org/drawingml/2006/main" def="{7E9639D4-E3E2-4D34-9284-5A2195B3D0D7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286" autoAdjust="0"/>
  </p:normalViewPr>
  <p:slideViewPr>
    <p:cSldViewPr snapToGrid="0" showGuides="1">
      <p:cViewPr varScale="1">
        <p:scale>
          <a:sx n="105" d="100"/>
          <a:sy n="105" d="100"/>
        </p:scale>
        <p:origin x="834" y="108"/>
      </p:cViewPr>
      <p:guideLst>
        <p:guide orient="horz" pos="1728"/>
        <p:guide pos="3840"/>
      </p:guideLst>
    </p:cSldViewPr>
  </p:slideViewPr>
  <p:outlineViewPr>
    <p:cViewPr>
      <p:scale>
        <a:sx n="33" d="100"/>
        <a:sy n="33" d="100"/>
      </p:scale>
      <p:origin x="0" y="-1618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5" d="100"/>
          <a:sy n="85" d="100"/>
        </p:scale>
        <p:origin x="3888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handoutMaster" Target="handoutMasters/handoutMaster1.xml"/><Relationship Id="rId14" Type="http://schemas.microsoft.com/office/2015/10/relationships/revisionInfo" Target="revisionInfo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D50B603-F8EF-4339-A4FB-A12D8182BA2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2C8726F-3158-41C0-BB9F-B885853A805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851B3E-1325-48C3-8E2C-998D0099FC98}" type="datetimeFigureOut">
              <a:rPr lang="en-US" smtClean="0"/>
              <a:t>7/14/2026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9B6BB1-3FBD-4D36-9DC6-192A8F01376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7B54D2-81AD-4487-9D5C-A3F7EB64486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8C88DE-0065-430D-A4D0-A9AF40AB53E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200664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D39CC4-BC6F-4E80-BC0D-03833D02DC81}" type="datetimeFigureOut">
              <a:rPr lang="en-US" noProof="0" smtClean="0"/>
              <a:t>7/14/2026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4652E4-5120-44D6-918A-894636DEFCBD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4734674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4652E4-5120-44D6-918A-894636DEFCBD}" type="slidenum">
              <a:rPr lang="en-US" noProof="0" smtClean="0"/>
              <a:t>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072469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68CADA-57D1-2486-44EA-1BBB5731B5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B99E7C-D4E1-3609-DD0C-DBCD587DF9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6A76FF0-E844-45C8-5C0F-45F3790687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837C91-9F35-4133-2329-D4A91183D1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4652E4-5120-44D6-918A-894636DEFCBD}" type="slidenum">
              <a:rPr lang="en-US" noProof="0" smtClean="0"/>
              <a:t>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6257844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3E9859-7EFA-4083-03B5-BA2875D239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13908F5-6D06-AAA6-10FD-A6B36D88B5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79B286-C3BA-19B4-40BF-5206276F13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2C7632-4E28-9528-92FB-5980DA627B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4652E4-5120-44D6-918A-894636DEFCBD}" type="slidenum">
              <a:rPr lang="en-US" noProof="0" smtClean="0"/>
              <a:t>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294465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323785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5739F7D1-31ED-4588-7F6B-7214367FBA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8744" y="209677"/>
            <a:ext cx="9064752" cy="1097915"/>
          </a:xfrm>
          <a:noFill/>
        </p:spPr>
        <p:txBody>
          <a:bodyPr anchor="b">
            <a:normAutofit/>
          </a:bodyPr>
          <a:lstStyle>
            <a:lvl1pPr>
              <a:defRPr sz="54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13A1C6A-339B-343A-B0AD-F761FE91051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8745" y="1344676"/>
            <a:ext cx="9064752" cy="511175"/>
          </a:xfrm>
        </p:spPr>
        <p:txBody>
          <a:bodyPr lIns="164592" tIns="0">
            <a:no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3465C986-E3D2-97E7-9111-0299F9C3B1D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8744" y="2594784"/>
            <a:ext cx="1024043" cy="381190"/>
          </a:xfrm>
        </p:spPr>
        <p:txBody>
          <a:bodyPr lIns="91440" tIns="0">
            <a:noAutofit/>
          </a:bodyPr>
          <a:lstStyle>
            <a:lvl1pPr marL="0" indent="0">
              <a:buNone/>
              <a:defRPr sz="1200" b="1" cap="all" spc="100" baseline="0"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4CD86E3A-6D68-1F05-DE18-246FA7A440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95988" y="3084063"/>
            <a:ext cx="1080000" cy="96903"/>
          </a:xfrm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216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solidFill>
                <a:schemeClr val="bg1">
                  <a:lumMod val="9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20" name="Text Placeholder 11">
            <a:extLst>
              <a:ext uri="{FF2B5EF4-FFF2-40B4-BE49-F238E27FC236}">
                <a16:creationId xmlns:a16="http://schemas.microsoft.com/office/drawing/2014/main" id="{6C169315-0602-4C85-86EE-5C3554AAA92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8744" y="3429000"/>
            <a:ext cx="1024043" cy="778652"/>
          </a:xfrm>
        </p:spPr>
        <p:txBody>
          <a:bodyPr lIns="91440" tIns="0">
            <a:noAutofit/>
          </a:bodyPr>
          <a:lstStyle>
            <a:lvl1pPr marL="0" indent="0">
              <a:buNone/>
              <a:defRPr sz="1200" cap="none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3D56C31D-5FDB-2235-FFF8-2AB6E04C9B1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027854" y="2594784"/>
            <a:ext cx="1024043" cy="381190"/>
          </a:xfrm>
        </p:spPr>
        <p:txBody>
          <a:bodyPr lIns="91440" tIns="0">
            <a:noAutofit/>
          </a:bodyPr>
          <a:lstStyle>
            <a:lvl1pPr marL="0" indent="0">
              <a:buNone/>
              <a:defRPr sz="1200" b="1" cap="all" spc="100" baseline="0"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481FC81D-B431-FFA6-47F5-F40C79C53D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009502" y="3084063"/>
            <a:ext cx="1080000" cy="96903"/>
          </a:xfrm>
          <a:prstGeom prst="rect">
            <a:avLst/>
          </a:prstGeom>
          <a:gradFill>
            <a:gsLst>
              <a:gs pos="0">
                <a:schemeClr val="accent3">
                  <a:lumMod val="60000"/>
                  <a:lumOff val="40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216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solidFill>
                <a:schemeClr val="bg1">
                  <a:lumMod val="9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B16A2860-4464-B092-801E-255A6B7DF3E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027854" y="3429000"/>
            <a:ext cx="1024043" cy="778652"/>
          </a:xfrm>
        </p:spPr>
        <p:txBody>
          <a:bodyPr lIns="91440" tIns="0">
            <a:noAutofit/>
          </a:bodyPr>
          <a:lstStyle>
            <a:lvl1pPr marL="0" indent="0">
              <a:buNone/>
              <a:defRPr sz="1200" cap="none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A540E06E-3F2B-A3DC-320A-8C968AC4350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436964" y="2594784"/>
            <a:ext cx="1024043" cy="381190"/>
          </a:xfrm>
        </p:spPr>
        <p:txBody>
          <a:bodyPr lIns="91440" tIns="0">
            <a:noAutofit/>
          </a:bodyPr>
          <a:lstStyle>
            <a:lvl1pPr marL="0" indent="0">
              <a:buNone/>
              <a:defRPr sz="1200" b="1" cap="all" spc="100" baseline="0"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F46BB721-1D88-1A03-1D55-5C79942C71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423016" y="3084063"/>
            <a:ext cx="1080000" cy="96903"/>
          </a:xfrm>
          <a:prstGeom prst="rect">
            <a:avLst/>
          </a:prstGeom>
          <a:gradFill>
            <a:gsLst>
              <a:gs pos="0">
                <a:schemeClr val="accent2">
                  <a:lumMod val="60000"/>
                  <a:lumOff val="40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216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solidFill>
                <a:schemeClr val="bg1">
                  <a:lumMod val="9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51307C43-6072-93E9-BF1D-64D42AE2A52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436964" y="3429000"/>
            <a:ext cx="1024043" cy="778652"/>
          </a:xfrm>
        </p:spPr>
        <p:txBody>
          <a:bodyPr lIns="91440" tIns="0">
            <a:noAutofit/>
          </a:bodyPr>
          <a:lstStyle>
            <a:lvl1pPr marL="0" indent="0">
              <a:buNone/>
              <a:defRPr sz="1200" cap="none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716EA8F4-B9C4-991F-0EBC-D79877AD468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846074" y="2594784"/>
            <a:ext cx="1024043" cy="381190"/>
          </a:xfrm>
        </p:spPr>
        <p:txBody>
          <a:bodyPr lIns="91440" tIns="0">
            <a:noAutofit/>
          </a:bodyPr>
          <a:lstStyle>
            <a:lvl1pPr marL="0" indent="0">
              <a:buNone/>
              <a:defRPr sz="1200" b="1" cap="all" spc="100" baseline="0"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3B68F5A8-E314-7C7A-6CB2-3036DF2A8E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836532" y="3084063"/>
            <a:ext cx="1080000" cy="96903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216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solidFill>
                <a:schemeClr val="bg1">
                  <a:lumMod val="9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5A57C80F-4C30-26E1-B38B-3D7238EC9A4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846074" y="3429000"/>
            <a:ext cx="1024043" cy="778652"/>
          </a:xfrm>
        </p:spPr>
        <p:txBody>
          <a:bodyPr lIns="91440" tIns="0">
            <a:noAutofit/>
          </a:bodyPr>
          <a:lstStyle>
            <a:lvl1pPr marL="0" indent="0">
              <a:buNone/>
              <a:defRPr sz="1200" cap="none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D3896BC4-3EFC-36C4-6071-4BF0E987F96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255184" y="2594784"/>
            <a:ext cx="1024043" cy="381190"/>
          </a:xfrm>
        </p:spPr>
        <p:txBody>
          <a:bodyPr lIns="91440" tIns="0">
            <a:noAutofit/>
          </a:bodyPr>
          <a:lstStyle>
            <a:lvl1pPr marL="0" indent="0">
              <a:buNone/>
              <a:defRPr sz="1200" b="1" cap="all" spc="100" baseline="0"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B6236E29-4894-FD6C-E56F-5B1CBA99A5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250048" y="3084063"/>
            <a:ext cx="1080000" cy="96903"/>
          </a:xfrm>
          <a:prstGeom prst="rect">
            <a:avLst/>
          </a:prstGeom>
          <a:gradFill>
            <a:gsLst>
              <a:gs pos="0">
                <a:schemeClr val="accent6">
                  <a:lumMod val="60000"/>
                  <a:lumOff val="40000"/>
                </a:schemeClr>
              </a:gs>
              <a:gs pos="100000">
                <a:schemeClr val="accent6">
                  <a:lumMod val="40000"/>
                  <a:lumOff val="60000"/>
                </a:schemeClr>
              </a:gs>
            </a:gsLst>
            <a:lin ang="216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solidFill>
                <a:schemeClr val="bg1">
                  <a:lumMod val="9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4C2DA584-D9BC-7A01-6F48-363C7F6465E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255184" y="3429000"/>
            <a:ext cx="1024043" cy="778652"/>
          </a:xfrm>
        </p:spPr>
        <p:txBody>
          <a:bodyPr lIns="91440" tIns="0">
            <a:noAutofit/>
          </a:bodyPr>
          <a:lstStyle>
            <a:lvl1pPr marL="0" indent="0">
              <a:buNone/>
              <a:defRPr sz="1200" cap="none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2" name="Picture 8" descr="About Banner">
            <a:extLst>
              <a:ext uri="{FF2B5EF4-FFF2-40B4-BE49-F238E27FC236}">
                <a16:creationId xmlns:a16="http://schemas.microsoft.com/office/drawing/2014/main" id="{76C2EAD4-1893-D1BC-F627-DE335EEC78F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092" y="5921388"/>
            <a:ext cx="1800000" cy="733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DD2B684-54A9-C7D8-D6D9-98AD3725754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t="14527" b="26814"/>
          <a:stretch>
            <a:fillRect/>
          </a:stretch>
        </p:blipFill>
        <p:spPr bwMode="auto">
          <a:xfrm>
            <a:off x="10557524" y="5823885"/>
            <a:ext cx="1417384" cy="831328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4F239006-BBC9-DDC9-E6D9-0393EA22C2D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766116" y="2594784"/>
            <a:ext cx="1024043" cy="381190"/>
          </a:xfrm>
        </p:spPr>
        <p:txBody>
          <a:bodyPr lIns="91440" tIns="0">
            <a:noAutofit/>
          </a:bodyPr>
          <a:lstStyle>
            <a:lvl1pPr marL="0" indent="0">
              <a:buNone/>
              <a:defRPr sz="1200" b="1" cap="all" spc="100" baseline="0"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AC11C05-C60D-8B83-6A9B-802290D562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743360" y="3084063"/>
            <a:ext cx="1080000" cy="96903"/>
          </a:xfrm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216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solidFill>
                <a:schemeClr val="bg1">
                  <a:lumMod val="9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9" name="Text Placeholder 11">
            <a:extLst>
              <a:ext uri="{FF2B5EF4-FFF2-40B4-BE49-F238E27FC236}">
                <a16:creationId xmlns:a16="http://schemas.microsoft.com/office/drawing/2014/main" id="{8D37EAF1-9742-60E7-5025-EA976407083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766116" y="3429000"/>
            <a:ext cx="1024043" cy="778652"/>
          </a:xfrm>
        </p:spPr>
        <p:txBody>
          <a:bodyPr lIns="91440" tIns="0">
            <a:noAutofit/>
          </a:bodyPr>
          <a:lstStyle>
            <a:lvl1pPr marL="0" indent="0">
              <a:buNone/>
              <a:defRPr sz="1200" cap="none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0" name="Text Placeholder 11">
            <a:extLst>
              <a:ext uri="{FF2B5EF4-FFF2-40B4-BE49-F238E27FC236}">
                <a16:creationId xmlns:a16="http://schemas.microsoft.com/office/drawing/2014/main" id="{2B69EAE1-1144-6C18-9A10-919D95BB9A1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175226" y="2594784"/>
            <a:ext cx="1024043" cy="381190"/>
          </a:xfrm>
        </p:spPr>
        <p:txBody>
          <a:bodyPr lIns="91440" tIns="0">
            <a:noAutofit/>
          </a:bodyPr>
          <a:lstStyle>
            <a:lvl1pPr marL="0" indent="0">
              <a:buNone/>
              <a:defRPr sz="1200" b="1" cap="all" spc="100" baseline="0"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6719426-19B3-2625-14AC-A3609D1009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156874" y="3084063"/>
            <a:ext cx="1080000" cy="96903"/>
          </a:xfrm>
          <a:prstGeom prst="rect">
            <a:avLst/>
          </a:prstGeom>
          <a:gradFill>
            <a:gsLst>
              <a:gs pos="0">
                <a:schemeClr val="accent3">
                  <a:lumMod val="60000"/>
                  <a:lumOff val="40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216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solidFill>
                <a:schemeClr val="bg1">
                  <a:lumMod val="9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5DA585A1-1AB6-8EE2-6516-C920BAB4155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175226" y="3429000"/>
            <a:ext cx="1024043" cy="778652"/>
          </a:xfrm>
        </p:spPr>
        <p:txBody>
          <a:bodyPr lIns="91440" tIns="0">
            <a:noAutofit/>
          </a:bodyPr>
          <a:lstStyle>
            <a:lvl1pPr marL="0" indent="0">
              <a:buNone/>
              <a:defRPr sz="1200" cap="none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6" name="Text Placeholder 11">
            <a:extLst>
              <a:ext uri="{FF2B5EF4-FFF2-40B4-BE49-F238E27FC236}">
                <a16:creationId xmlns:a16="http://schemas.microsoft.com/office/drawing/2014/main" id="{7CCCC154-2359-718A-3433-03B89AB2A064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0584336" y="2594784"/>
            <a:ext cx="1024043" cy="381190"/>
          </a:xfrm>
        </p:spPr>
        <p:txBody>
          <a:bodyPr lIns="91440" tIns="0">
            <a:noAutofit/>
          </a:bodyPr>
          <a:lstStyle>
            <a:lvl1pPr marL="0" indent="0">
              <a:buNone/>
              <a:defRPr sz="1200" b="1" cap="all" spc="100" baseline="0"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28E06774-F206-3168-6FB7-2400F49B51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70388" y="3084063"/>
            <a:ext cx="1080000" cy="96903"/>
          </a:xfrm>
          <a:prstGeom prst="rect">
            <a:avLst/>
          </a:prstGeom>
          <a:gradFill>
            <a:gsLst>
              <a:gs pos="0">
                <a:schemeClr val="accent2">
                  <a:lumMod val="60000"/>
                  <a:lumOff val="40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216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solidFill>
                <a:schemeClr val="bg1">
                  <a:lumMod val="9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38" name="Text Placeholder 11">
            <a:extLst>
              <a:ext uri="{FF2B5EF4-FFF2-40B4-BE49-F238E27FC236}">
                <a16:creationId xmlns:a16="http://schemas.microsoft.com/office/drawing/2014/main" id="{18ED6EAA-B3E9-C772-5E72-C09BCB170973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0584336" y="3429000"/>
            <a:ext cx="1024043" cy="778652"/>
          </a:xfrm>
        </p:spPr>
        <p:txBody>
          <a:bodyPr lIns="91440" tIns="0">
            <a:noAutofit/>
          </a:bodyPr>
          <a:lstStyle>
            <a:lvl1pPr marL="0" indent="0">
              <a:buNone/>
              <a:defRPr sz="1200" cap="none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17062439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C5B3CF9-F6C1-EAC2-6ED5-F21274EDAC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804" y="365125"/>
            <a:ext cx="1088701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484AFB-9D3B-E902-0E64-B953D0E5C9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4804" y="1825625"/>
            <a:ext cx="10887012" cy="41135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54D8918F-6808-DDE5-4A7C-495DAC2489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0560" y="6072886"/>
            <a:ext cx="4114800" cy="365125"/>
          </a:xfrm>
          <a:prstGeom prst="rect">
            <a:avLst/>
          </a:prstGeom>
        </p:spPr>
        <p:txBody>
          <a:bodyPr/>
          <a:lstStyle>
            <a:lvl1pPr algn="l">
              <a:defRPr sz="1000" cap="all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A2BAE7F7-F858-A80B-8F72-EFA0C33C10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38616" y="6072886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0</a:t>
            </a:r>
            <a:fld id="{E6B975A5-EA91-314B-AF62-F6E264554D2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69711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A564880-CE38-1959-4141-2B059E8DA0B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4527" b="26814"/>
          <a:stretch>
            <a:fillRect/>
          </a:stretch>
        </p:blipFill>
        <p:spPr bwMode="auto">
          <a:xfrm>
            <a:off x="6764972" y="864553"/>
            <a:ext cx="3599815" cy="211137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9934756C-82BC-8905-FF3E-554207BE06D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5774" y="739203"/>
            <a:ext cx="3599815" cy="2069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90031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7F4A19-BDC4-9723-90CC-765117F364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AED0F668-4E25-0A53-373B-A07817E0243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6093" y="2394268"/>
            <a:ext cx="3599815" cy="206946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D44BB5F-7EF9-B02B-F9F5-DDA5AD290954}"/>
              </a:ext>
            </a:extLst>
          </p:cNvPr>
          <p:cNvSpPr txBox="1"/>
          <p:nvPr/>
        </p:nvSpPr>
        <p:spPr>
          <a:xfrm>
            <a:off x="4075177" y="4405651"/>
            <a:ext cx="4041647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600" dirty="0">
                <a:solidFill>
                  <a:srgbClr val="EC1F27"/>
                </a:solidFill>
                <a:latin typeface="Impact" panose="020B0806030902050204" pitchFamily="34" charset="0"/>
              </a:rPr>
              <a:t>L</a:t>
            </a:r>
            <a:r>
              <a:rPr lang="en-US" sz="2600" dirty="0">
                <a:solidFill>
                  <a:srgbClr val="1C1D4C"/>
                </a:solidFill>
                <a:latin typeface="Impact" panose="020B0806030902050204" pitchFamily="34" charset="0"/>
              </a:rPr>
              <a:t>EARNING</a:t>
            </a:r>
            <a:r>
              <a:rPr lang="en-US" sz="2600" dirty="0">
                <a:solidFill>
                  <a:srgbClr val="0070C0"/>
                </a:solidFill>
                <a:latin typeface="Impact" panose="020B0806030902050204" pitchFamily="34" charset="0"/>
              </a:rPr>
              <a:t> </a:t>
            </a:r>
            <a:r>
              <a:rPr lang="en-US" sz="2600" dirty="0">
                <a:solidFill>
                  <a:srgbClr val="EC1F27"/>
                </a:solidFill>
                <a:latin typeface="Impact" panose="020B0806030902050204" pitchFamily="34" charset="0"/>
              </a:rPr>
              <a:t>E</a:t>
            </a:r>
            <a:r>
              <a:rPr lang="en-US" sz="2600" dirty="0">
                <a:solidFill>
                  <a:srgbClr val="1C1D4C"/>
                </a:solidFill>
                <a:latin typeface="Impact" panose="020B0806030902050204" pitchFamily="34" charset="0"/>
              </a:rPr>
              <a:t>XCELLENCE</a:t>
            </a:r>
            <a:r>
              <a:rPr lang="en-US" sz="2600" dirty="0">
                <a:solidFill>
                  <a:srgbClr val="0070C0"/>
                </a:solidFill>
                <a:latin typeface="Impact" panose="020B0806030902050204" pitchFamily="34" charset="0"/>
              </a:rPr>
              <a:t> </a:t>
            </a:r>
            <a:r>
              <a:rPr lang="en-US" sz="2600" dirty="0">
                <a:solidFill>
                  <a:srgbClr val="EC1F27"/>
                </a:solidFill>
                <a:latin typeface="Impact" panose="020B0806030902050204" pitchFamily="34" charset="0"/>
              </a:rPr>
              <a:t>C</a:t>
            </a:r>
            <a:r>
              <a:rPr lang="en-US" sz="2600" dirty="0">
                <a:solidFill>
                  <a:srgbClr val="1C1D4C"/>
                </a:solidFill>
                <a:latin typeface="Impact" panose="020B0806030902050204" pitchFamily="34" charset="0"/>
              </a:rPr>
              <a:t>ENTRE</a:t>
            </a:r>
            <a:endParaRPr lang="en-IN" sz="2600" dirty="0">
              <a:solidFill>
                <a:srgbClr val="1C1D4C"/>
              </a:solidFill>
              <a:latin typeface="Impact" panose="020B080603090205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4DFC6CC-F153-FF29-D2F7-4E28B41637B6}"/>
              </a:ext>
            </a:extLst>
          </p:cNvPr>
          <p:cNvSpPr txBox="1"/>
          <p:nvPr/>
        </p:nvSpPr>
        <p:spPr>
          <a:xfrm>
            <a:off x="3646551" y="4759594"/>
            <a:ext cx="489889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050" b="0" spc="75" dirty="0">
                <a:solidFill>
                  <a:schemeClr val="accent2">
                    <a:lumMod val="75000"/>
                  </a:schemeClr>
                </a:solidFill>
                <a:latin typeface="Daytona Condensed" panose="020B0506030503040204" pitchFamily="34" charset="0"/>
                <a:ea typeface="Verdana" panose="020B0604030504040204" pitchFamily="34" charset="0"/>
              </a:rPr>
              <a:t>A Skill Development Initiative of SSM Infotech Solutions Pvt. Ltd</a:t>
            </a:r>
            <a:endParaRPr lang="en-IN" sz="1050" dirty="0">
              <a:solidFill>
                <a:schemeClr val="accent2">
                  <a:lumMod val="75000"/>
                </a:schemeClr>
              </a:solidFill>
              <a:latin typeface="Daytona Condensed" panose="020B0506030503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17100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92F54F-4A9C-BECB-E8A0-76DB31F415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D3A37DCA-8AAC-34E2-BA5E-1B2FDEB2EF3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6093" y="2394268"/>
            <a:ext cx="3599815" cy="206946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2D0FFCF-EB48-9745-9DB7-0DF2E52A5E4A}"/>
              </a:ext>
            </a:extLst>
          </p:cNvPr>
          <p:cNvSpPr txBox="1"/>
          <p:nvPr/>
        </p:nvSpPr>
        <p:spPr>
          <a:xfrm>
            <a:off x="4075177" y="4405651"/>
            <a:ext cx="4041647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600" dirty="0">
                <a:solidFill>
                  <a:srgbClr val="EC1F27"/>
                </a:solidFill>
                <a:latin typeface="Impact" panose="020B0806030902050204" pitchFamily="34" charset="0"/>
              </a:rPr>
              <a:t>L</a:t>
            </a:r>
            <a:r>
              <a:rPr lang="en-US" sz="2600" dirty="0">
                <a:solidFill>
                  <a:srgbClr val="1C1D4C"/>
                </a:solidFill>
                <a:latin typeface="Impact" panose="020B0806030902050204" pitchFamily="34" charset="0"/>
              </a:rPr>
              <a:t>EARNING</a:t>
            </a:r>
            <a:r>
              <a:rPr lang="en-US" sz="2600" dirty="0">
                <a:solidFill>
                  <a:srgbClr val="0070C0"/>
                </a:solidFill>
                <a:latin typeface="Impact" panose="020B0806030902050204" pitchFamily="34" charset="0"/>
              </a:rPr>
              <a:t> </a:t>
            </a:r>
            <a:r>
              <a:rPr lang="en-US" sz="2600" dirty="0">
                <a:solidFill>
                  <a:srgbClr val="EC1F27"/>
                </a:solidFill>
                <a:latin typeface="Impact" panose="020B0806030902050204" pitchFamily="34" charset="0"/>
              </a:rPr>
              <a:t>E</a:t>
            </a:r>
            <a:r>
              <a:rPr lang="en-US" sz="2600" dirty="0">
                <a:solidFill>
                  <a:srgbClr val="1C1D4C"/>
                </a:solidFill>
                <a:latin typeface="Impact" panose="020B0806030902050204" pitchFamily="34" charset="0"/>
              </a:rPr>
              <a:t>XCELLENCE</a:t>
            </a:r>
            <a:r>
              <a:rPr lang="en-US" sz="2600" dirty="0">
                <a:solidFill>
                  <a:srgbClr val="0070C0"/>
                </a:solidFill>
                <a:latin typeface="Impact" panose="020B0806030902050204" pitchFamily="34" charset="0"/>
              </a:rPr>
              <a:t> </a:t>
            </a:r>
            <a:r>
              <a:rPr lang="en-US" sz="2600" dirty="0">
                <a:solidFill>
                  <a:srgbClr val="EC1F27"/>
                </a:solidFill>
                <a:latin typeface="Impact" panose="020B0806030902050204" pitchFamily="34" charset="0"/>
              </a:rPr>
              <a:t>C</a:t>
            </a:r>
            <a:r>
              <a:rPr lang="en-US" sz="2600" dirty="0">
                <a:solidFill>
                  <a:srgbClr val="1C1D4C"/>
                </a:solidFill>
                <a:latin typeface="Impact" panose="020B0806030902050204" pitchFamily="34" charset="0"/>
              </a:rPr>
              <a:t>ENTRE</a:t>
            </a:r>
            <a:endParaRPr lang="en-IN" sz="2600" dirty="0">
              <a:solidFill>
                <a:srgbClr val="1C1D4C"/>
              </a:solidFill>
              <a:latin typeface="Impact" panose="020B080603090205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567DC57-ED3A-49A0-6764-0729B8C8CC82}"/>
              </a:ext>
            </a:extLst>
          </p:cNvPr>
          <p:cNvSpPr txBox="1"/>
          <p:nvPr/>
        </p:nvSpPr>
        <p:spPr>
          <a:xfrm>
            <a:off x="3646551" y="4898094"/>
            <a:ext cx="489889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050" b="0" spc="75" dirty="0">
                <a:solidFill>
                  <a:schemeClr val="accent2">
                    <a:lumMod val="75000"/>
                  </a:schemeClr>
                </a:solidFill>
                <a:latin typeface="Daytona Condensed" panose="020B0506030503040204" pitchFamily="34" charset="0"/>
                <a:ea typeface="Verdana" panose="020B0604030504040204" pitchFamily="34" charset="0"/>
              </a:rPr>
              <a:t>A Skill Development Initiative of SSM Infotech Solutions Pvt. Ltd</a:t>
            </a:r>
            <a:endParaRPr lang="en-IN" sz="1050" dirty="0">
              <a:solidFill>
                <a:schemeClr val="accent2">
                  <a:lumMod val="75000"/>
                </a:schemeClr>
              </a:solidFill>
              <a:latin typeface="Daytona Condensed" panose="020B0506030503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321796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Green Yellow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Custom 70">
      <a:majorFont>
        <a:latin typeface="Avenir Next LT Pro Demi"/>
        <a:ea typeface=""/>
        <a:cs typeface=""/>
      </a:majorFont>
      <a:minorFont>
        <a:latin typeface="Avenir Next LT Pro 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16411243_Win32_SL_v4" id="{5E1028BC-039D-4A85-8182-5BC71B8BBFDB}" vid="{8FC0B532-47E6-48BF-A500-9A0D2EC4382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DB66E003815FA4DA870195553F13205" ma:contentTypeVersion="10" ma:contentTypeDescription="Create a new document." ma:contentTypeScope="" ma:versionID="3dd76b9b7678dddc2cef91d473569e44">
  <xsd:schema xmlns:xsd="http://www.w3.org/2001/XMLSchema" xmlns:xs="http://www.w3.org/2001/XMLSchema" xmlns:p="http://schemas.microsoft.com/office/2006/metadata/properties" xmlns:ns3="34346717-9bbb-49fe-92e9-4a8a72b9af36" targetNamespace="http://schemas.microsoft.com/office/2006/metadata/properties" ma:root="true" ma:fieldsID="5d5d3718ab015960acc6b67b1d36ce9b" ns3:_="">
    <xsd:import namespace="34346717-9bbb-49fe-92e9-4a8a72b9af36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OCR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4346717-9bbb-49fe-92e9-4a8a72b9af36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1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_activity" ma:index="17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34346717-9bbb-49fe-92e9-4a8a72b9af36" xsi:nil="true"/>
  </documentManagement>
</p:properties>
</file>

<file path=customXml/itemProps1.xml><?xml version="1.0" encoding="utf-8"?>
<ds:datastoreItem xmlns:ds="http://schemas.openxmlformats.org/officeDocument/2006/customXml" ds:itemID="{836CDCFB-1550-438B-8C76-AE76FBCD315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3DD41C5-1F00-4B45-9F45-4F31A4B5EBE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4346717-9bbb-49fe-92e9-4a8a72b9af3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A0FF118E-0388-4333-9D85-CA81E2C8D164}">
  <ds:schemaRefs>
    <ds:schemaRef ds:uri="http://purl.org/dc/elements/1.1/"/>
    <ds:schemaRef ds:uri="http://schemas.microsoft.com/office/2006/documentManagement/types"/>
    <ds:schemaRef ds:uri="http://purl.org/dc/dcmitype/"/>
    <ds:schemaRef ds:uri="http://schemas.openxmlformats.org/package/2006/metadata/core-properties"/>
    <ds:schemaRef ds:uri="http://schemas.microsoft.com/office/2006/metadata/properties"/>
    <ds:schemaRef ds:uri="http://purl.org/dc/terms/"/>
    <ds:schemaRef ds:uri="http://schemas.microsoft.com/office/infopath/2007/PartnerControls"/>
    <ds:schemaRef ds:uri="34346717-9bbb-49fe-92e9-4a8a72b9af36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{9B8CA291-ACC8-4F76-9DD2-6FBC801AF483}TFddc1ce9b-eb75-4d85-a28a-1edab7faa0b756df1501_win32-bf83c0c841c0</Template>
  <TotalTime>2044</TotalTime>
  <Words>31</Words>
  <Application>Microsoft Office PowerPoint</Application>
  <PresentationFormat>Widescreen</PresentationFormat>
  <Paragraphs>7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11" baseType="lpstr">
      <vt:lpstr>Aptos</vt:lpstr>
      <vt:lpstr>Arial</vt:lpstr>
      <vt:lpstr>Avenir Next LT Pro </vt:lpstr>
      <vt:lpstr>Avenir Next LT Pro Demi</vt:lpstr>
      <vt:lpstr>Calibri</vt:lpstr>
      <vt:lpstr>Daytona Condensed</vt:lpstr>
      <vt:lpstr>Impact</vt:lpstr>
      <vt:lpstr>Custom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Dhaval Kansara</dc:creator>
  <cp:lastModifiedBy>Dhaval Kansara</cp:lastModifiedBy>
  <cp:revision>3</cp:revision>
  <dcterms:created xsi:type="dcterms:W3CDTF">2026-04-30T04:03:52Z</dcterms:created>
  <dcterms:modified xsi:type="dcterms:W3CDTF">2026-07-15T09:09:31Z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0x0101005DB66E003815FA4DA870195553F13205</vt:lpwstr>
  </property>
</Properties>
</file>